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Financeiro da Igreja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Organização, Transparência e Governança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Princípio Central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forma de pagamento não muda o motivo do gasto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Registro • Pagamento • Conciliação • DRE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Clareza • Transparência • Prestação de Contas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Cuidando bem dos recursos confiados por Deus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